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Remember to mention the search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Gecko Asset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one body text.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Second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